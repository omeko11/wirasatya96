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530352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PAPARAN TIM PENGEMBANG KEPADA CALON PENERIMA MANFAAT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PAGUYUBAN WIRA SATYA 96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Buku Saku Digital, Direktori Penugasan &amp; Transparansi Kas Alumni Akpol 1996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1645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87168"/>
            <a:ext cx="10241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Disusun oleh Tim Pengembang untuk memberikan gambaran menyeluruh kepada Bapak/Ibu Pengurus dan Anggota Paguyuban Wira Satya 96 mengenai manfaat nyata aplikasi, skema alur kerja sistem yang aman, serta panduan praktis pengoperasiannya sehari-hari.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652760" cy="47548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291840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 atau   www.linkedin.com/in/omeko11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4005072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005072"/>
            <a:ext cx="3429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224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MAKSUD &amp; MANFAAT SOLUSI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459028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 masalah yang kami bantu selesaikan serta nilai tambah nyata bagi Pengurus, Bendahara, Anggota, dan Keluarga Besar WS96.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4005072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4005072"/>
            <a:ext cx="3429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4224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SKEMA FLOWCHART ARSITEKTUR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459028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Bagan alur kerja sistem (flowchart) mulai dari login, validasi keamanan, pembagian 4 peran hak akses, hingga Database Cloud Multi-Tabel yang aman untuk input serentak dari banyak HP.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4005072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4005072"/>
            <a:ext cx="3429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4224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PANDUAN MENGOPERASIKAN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56448" y="459028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langkah demi langkah cara Login dengan password default (WS96@NRP), ganti password, cari kontak WA, filter 28 fungsi, hingga mode Ajudan.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 SOLUSI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Maksud &amp; Tujuan Pengembangan Aplikasi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Mengapa kami merancang sistem ini khusus untuk kebutuhan Paguyuban Wira Satya 96?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371600"/>
            <a:ext cx="498348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37160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TANTANGAN YANG SERING DIHADAPI PAGUYUBAN ALUMNI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19659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Informasi Penting Cepat Tenggelam di Grup WhatsApp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221992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Pengumuman resmi pengurus, kabar mutasi, atau berita duka sering tertumpuk ratusan percakapan harian sehingga terlewat oleh anggota.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99008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Sulit Melacak Posisi &amp; Kontak Rekan Saat Berdinas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Ketika anggota bertugas ke suatu daerah/kementerian, sulit mengetahui secara cepat siapa rekan seangkatan yang sedang berdinas di wilayah tersebut.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1421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Pembaruan Data Anggota Masih Manual &amp; Terpisah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7024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Perubahan pangkat, mutasi jabatan, dan data keluarga biasanya dicatat di file Excel statis yang sulit diperbarui langsung oleh masing-masing anggota.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03834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Rekapitulasi Iuran &amp; Kas Membutuhkan Waktu Ekstra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294376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Anggota harus menanyakan status iuran ke Bendahara secara manual, dan pengurus membutuhkan waktu ekstra untuk menyusun laporan kas berkala.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45352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1371600"/>
            <a:ext cx="498348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37160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YANG KAMI HADIRKAN UNTUK WIRA SATYA 96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73952" y="19659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Buku Saku Digital yang Praktis di HP &amp; Laptop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2221992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Kami menghadirkan direktori 262+ alumni lengkap dengan foto, pangkat, jabatan, dan tombol panggilan/WhatsApp sekali sentuh.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299008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Papan Informasi Terpusat yang Rapi &amp; Tidak Tenggelam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32461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Seluruh kabar promosi, kegiatan sosial, reuni, dan berita duka tersimpan rapi per kategori serta dapat disematkan (pin) oleh Pengurus.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73952" y="401421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Pemetaan Penugasan Wilayah &amp; 28 Fungsi Kepolisian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427024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Memudahkan Bapak/Ibu memfilter rekan seangkatan berdasarkan Mabes, 38 Polda, Luar Struktur (BNN, KPK, BIN), maupun 28 fungsi Polri.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73952" y="503834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Database Cloud Terpusat &amp; Mode Pendamping (ADC)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5294376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Tersimpan di Database Cloud Terpusat (Supabase Cloud) sehingga aman diakses &amp; diupdate bersamaan dari banyak HP, lengkap dengan fitur Ajudan/ADC.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MANFAAT PENERIMA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Manfaat Nyata bagi Setiap Penerima Manfaat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Nilai tambah langsung yang dirasakan oleh Pengurus, Bendahara, Anggota, dan Keluarga Besar WS96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3584448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88720"/>
            <a:ext cx="35844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389888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38988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Bagi Ketua &amp; Pengurus Paguyuban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85800" y="1847088"/>
            <a:ext cx="3218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Memudahkan pemantauan kekuatan dan sebaran penugasan anggota di seluruh Indonesia secara real-time, serta memastikan pengumuman resmi tersampaikan dengan rapi.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3584448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188720"/>
            <a:ext cx="35844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389888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38988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Bagi Sekretaris / Pengelola Data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480560" y="1847088"/>
            <a:ext cx="3218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 perlu lagi merekap perubahan jabatan secara manual di Excel. Anggota atau Ajudan dapat memperbarui profil masing-masing, dan Sekretaris cukup memantau &amp; memverifikasi.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092440" y="1188720"/>
            <a:ext cx="3584448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188720"/>
            <a:ext cx="358444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389888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38988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Bagi Bendahara Paguyuban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275320" y="1847088"/>
            <a:ext cx="3218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Meringankan beban administrasi keuangan. Pencatatan pemasukan iuran, pengeluaran acara, dan penyaluran dana santunan tersaji otomatis dalam ringkasan kas yang jelas.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" y="3767328"/>
            <a:ext cx="3584448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767328"/>
            <a:ext cx="358444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68496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6849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Bagi Seluruh Anggota Alumni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85800" y="4425696"/>
            <a:ext cx="3218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Memiliki Buku Saku Digital yang selalu siap kapan saja untuk mencari nomor WA rekan, melihat rekan satu fungsi/wilayah, dan mendapatkan pengingat ulang tahun otomatis.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297680" y="3767328"/>
            <a:ext cx="3584448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3767328"/>
            <a:ext cx="358444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3968496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96849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Bagi Anggota dengan Kesibukan Tinggi (Fitur ADC)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480560" y="4425696"/>
            <a:ext cx="3218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Kami menyediakan Mode Pendamping (Ajudan/ADC) sehingga staf kepercayaan Bapak/Ibu dapat membantu memperbarui foto &amp; riwayat jabatan tanpa bisa membuka data kas.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092440" y="3767328"/>
            <a:ext cx="3584448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3767328"/>
            <a:ext cx="3584448" cy="73152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3968496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96849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F12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Bagi Keluarga Besar &amp; Rekan Almarhum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8275320" y="4425696"/>
            <a:ext cx="3218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keluarga dan kontak perwakilan rekan yang telah mendahului (Almarhum) tetap tersimpan dengan terhormat, sehingga tali asih dan perhatian paguyuban tidak pernah terputus.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SKEMA FLOWCHART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Skema Flowchart Arsitektur &amp; Alur Kerja Sistem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Bagan alur kerja aplikasi dari proses Login, Validasi Keamanan, Pembagian Peran, hingga Database Terpusat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07008"/>
            <a:ext cx="2057400" cy="777240"/>
          </a:xfrm>
          <a:prstGeom prst="flowChartTerminator">
            <a:avLst/>
          </a:prstGeom>
          <a:solidFill>
            <a:srgbClr val="1E293B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/ AKSES WEB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di HP atau Laptop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615184" y="1481328"/>
            <a:ext cx="320040" cy="219456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0088" y="1207008"/>
            <a:ext cx="2331720" cy="777240"/>
          </a:xfrm>
          <a:prstGeom prst="flowChartProcess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225296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KREDENSIAL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NRP + Sandi (WS96@NRP)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Centang Captcha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376672" y="1481328"/>
            <a:ext cx="320040" cy="219456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1051560"/>
            <a:ext cx="2148840" cy="1097280"/>
          </a:xfrm>
          <a:prstGeom prst="flowChartDecision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17043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Validasi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NRP &amp; Sandi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Cocok?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955280" y="1481328"/>
            <a:ext cx="502920" cy="219456"/>
          </a:xfrm>
          <a:prstGeom prst="rightArrow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1234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522208" y="1207008"/>
            <a:ext cx="3154680" cy="777240"/>
          </a:xfrm>
          <a:prstGeom prst="flowChartProcess">
            <a:avLst/>
          </a:prstGeom>
          <a:solidFill>
            <a:srgbClr val="FFF1F2"/>
          </a:solidFill>
          <a:ln w="19050">
            <a:solidFill>
              <a:srgbClr val="9F12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123444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12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AKSES DITOLAK / LUPA SANDI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F12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Pengguna dapat klik 'Lupa Kata Sandi'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F12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dibantu Reset oleh Sekretaris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02552" y="2194560"/>
            <a:ext cx="237744" cy="329184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2219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 (VALID)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57800" y="2560320"/>
            <a:ext cx="3108960" cy="1051560"/>
          </a:xfrm>
          <a:prstGeom prst="flowChartDecision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67004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Cek Hak Akses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Peran Pengguna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(RBAC)?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83080" y="3730752"/>
            <a:ext cx="859536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611880"/>
            <a:ext cx="36576" cy="137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3767328"/>
            <a:ext cx="201168" cy="237744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23360"/>
            <a:ext cx="2670048" cy="1298448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023360"/>
            <a:ext cx="2670048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2336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JALUR 1: KETUA &amp; WAKIL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12648" y="437083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Pantau statistik personel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Cek ringkasan laporan kas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Setujui info strategis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1737360" y="5349240"/>
            <a:ext cx="201168" cy="237744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767328"/>
            <a:ext cx="201168" cy="237744"/>
          </a:xfrm>
          <a:prstGeom prst="down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4023360"/>
            <a:ext cx="2670048" cy="1298448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4023360"/>
            <a:ext cx="2670048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02336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JALUR 2: SEKRETARIS / ADMIN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3447288" y="437083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Kelola 262+ data alumni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Update mutasi &amp; jabatan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Bantu reset sandi anggota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4572000" y="5349240"/>
            <a:ext cx="201168" cy="237744"/>
          </a:xfrm>
          <a:prstGeom prst="down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3767328"/>
            <a:ext cx="201168" cy="237744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4023360"/>
            <a:ext cx="2670048" cy="1298448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4023360"/>
            <a:ext cx="267004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02336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JALUR 3: BENDAHARA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281928" y="437083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Catat pemasukan iuran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Catat santunan &amp; pengeluaran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Update status Lunas/Belum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7406640" y="5349240"/>
            <a:ext cx="201168" cy="237744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41280" y="3767328"/>
            <a:ext cx="201168" cy="237744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06840" y="4023360"/>
            <a:ext cx="2670048" cy="1298448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06840" y="4023360"/>
            <a:ext cx="2670048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6840" y="402336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JALUR 4: ANGGOTA &amp; ADC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9116568" y="437083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Cari WA &amp; 28 fungsi Polri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Update biodata (Ganti Sandi)</a:t>
            </a:r>
            <a:endParaRPr lang="en-US" sz="86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 ADC terkunci dari Kas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10241280" y="5349240"/>
            <a:ext cx="201168" cy="237744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5614416"/>
            <a:ext cx="11183112" cy="713232"/>
          </a:xfrm>
          <a:prstGeom prst="flowChartTerminator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63270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PUSAT DATABASE CLOUD TERPADU WIRA SATYA 96 (SUPABASE CLOUD — 9 TABEL TERPISAH)</a:t>
            </a:r>
            <a:endParaRPr lang="en-US" sz="93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Aman untuk Multiple Input serentak dari banyak HP &amp; Laptop tanpa bentrok/kehilangan data (Profil, Akun, Kas, Iuran, Kabar &amp; Pesan)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OPERASIONAL #1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Cara Mengoperasikan (1): Login Awal &amp; Ganti Kata Sandi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Seluruh akun anggota telah kami siapkan dengan Password Default berbasis NRP masing-masing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5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88720"/>
            <a:ext cx="5440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417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CARA LOGIN AWAL (MENGGUNAKAN PASSWORD DEFAULT)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196596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756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1: Masukkan NRP atau Email Dinas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236829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halaman aplikasi Wira Satya 96 di HP/Laptop, lalu ketik NRP (atau Email) Bapak/Ibu pada kolom pertama.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015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2: Masukkan Password Default (WS96@NRP)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69417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login perdana, gunakan kata sandi bawaan dengan format: WS96@&lt;NRP_ANDA&gt;. Contoh: jika NRP adalah 74050123, maka ketik WS96@74050123.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1520" y="46177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27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3: Centang Keamanan &amp; Klik 'Masuk'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02005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Centang kotak verifikasi keamanan ('I'm not a robot'), kemudian tekan tombol 'Masuk' untuk masuk ke halaman utama.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45352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5352" y="1188720"/>
            <a:ext cx="5440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417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MENGGANTI PASSWORD PRIBADI &amp; KEAMANAN AKUN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73952" y="196596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0756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Disarankan Segera Mengganti Password Default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56832" y="236829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Setelah berhasil masuk pertama kali dengan WS96@NRP, Bapak/Ibu sangat disarankan langsung mengganti password bawaan melalui menu Pengaturan Keamanan / Ubah Kata Sandi.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73952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34015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Buat Password Baru yang Mudah Diingat &amp; Aman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56832" y="369417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Masukkan kata sandi baru pilihan Bapak/Ibu sendiri dan klik Simpan. Tersedia juga opsi pengamanan tambahan (PIN / 2FA) bila diinginkan.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73952" y="46177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4727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Fitur 'Lupa Kata Sandi' Jika Lupa Password Baru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56832" y="502005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Apabila di kemudian hari Bapak/Ibu lupa password yang sudah diganti, cukup klik 'Lupa Kata Sandi' di layar login untuk mengajukan reset kepada Sekretaris/Admin.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OPERASIONAL #2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Cara Mengoperasikan (2): Menu Beranda &amp; Kabar Angkatan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 memantau berita resmi, membagikan kegiatan, dan mengirim ucapan ulang tahun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6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3584448" cy="5074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88720"/>
            <a:ext cx="35844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1417320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41732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MEMBACA &amp; MEMFILTER KABAR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11680"/>
            <a:ext cx="318211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Setelah berhasil login, pengguna langsung diarahkan ke halaman Beranda.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Tersedia tombol filter kategori berita di atas linimasa: Semua, Pengumuman, Karir/Mutasi, Sosial/Duka, dan Reuni.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Pengumuman penting dari Pengurus otomatis ditempatkan di bagian paling atas (disematkan) agar langsung terbaca oleh seluruh anggota.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3584448" cy="5074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188720"/>
            <a:ext cx="35844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1417320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141732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MEMBUAT POSTINGAN &amp; BERBAGI FOTO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98848" y="2011680"/>
            <a:ext cx="318211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pada kolom 'Bagikan kabar atau kegiatan...' di bagian atas halaman Beranda.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Ketik informasi kegiatan, ucapan selamat promosi, atau kabar silaturahmi wilayah.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tombol 'Foto' untuk melampirkan dokumentasi gambar, pilih kategori berita, lalu tekan 'Kirim'.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Anggota lain dapat memberikan tanda Apresiasi (Like) serta menulis balasan komentar.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092440" y="1188720"/>
            <a:ext cx="3584448" cy="5074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188720"/>
            <a:ext cx="358444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1417320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3608" y="141732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PENGINGAT ULANG TAHUN &amp; AGENDA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93608" y="2011680"/>
            <a:ext cx="318211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Pada panel samping Beranda, sistem otomatis menampilkan daftar rekan yang berulang tahun hari ini &amp; 7 hari ke depan.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Cukup klik tombol 'Kirim Ucapan WA' di samping nama rekan, maka aplikasi langsung membuka WhatsApp dengan draf ucapan selamat.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 bawahnya juga tampil kartu Agenda Kegiatan / Reuni terdekat beserta waktu dan lokasinya.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OPERASIONAL #3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Cara Mengoperasikan (3): Menu Jejaring (Buku Saku Digital)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 cepat mencari nomor telepon/WA rekan seangkatan dan melihat detail biodata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7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88720"/>
            <a:ext cx="5440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417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 MENCARI &amp; MENYARING DATA REKAN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196596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756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Klik Menu 'Jejaring' di Navigasi Atas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236829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Menampilkan direktori lengkap alumni Wira Satya 96 dengan urutan standar: Aktif (NRP Kecil) → Purna Tugas → PTDH → Almarhum.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015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Ketik Nama / NRP / Kota di Kotak Pencarian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69417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Cukup ketik potongan nama, panggilan, NRP, atau kota domisili. Sistem akan langsung menampilkan kartu rekan yang dicari secara instan.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1520" y="46177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27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Gunakan Filter Pangkat &amp; Status Kedinasan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02005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Bapak/Ibu dapat menyaring daftar anggota berdasarkan Pangkat (Irjen, Brigjen, Kombes, AKBP) maupun Status Kedinasan.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45352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5352" y="1188720"/>
            <a:ext cx="5440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417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 MENGHUBUNGI &amp; MELIHAT DETAIL BIODATA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73952" y="196596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0756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Tombol Pintas WhatsApp &amp; Telepon Sekali Klik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56832" y="236829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Pada setiap kartu anggota tersedia tombol 'WhatsApp' dan 'Telepon' untuk langsung menghubungi rekan tanpa perlu menyimpan nomornya lebih dulu.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73952" y="32918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34015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Klik Kartu untuk Membuka Profil Lengkap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56832" y="369417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Menampilkan rincian Jabatan &amp; Satker saat ini, Riwayat Penugasan (Tour of Duty), Pendidikan, hingga informasi Istri dan Putra/Putri.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73952" y="46177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4727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Informasi Kontak Keluarga (Khusus Rekan Almarhum)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56832" y="5020056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kartu rekan yang berstatus Almarhum, sistem menampilkan kontak perwakilan keluarga/istri guna memudahkan komunikasi santunan dan silaturahmi.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OPERASIONAL #4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Cara Mengoperasikan (4): Menu Jabatan &amp; 28 Fungsi Polri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 memetakan penugasan rekan seangkatan di Mabes, Polda, Luar Struktur &amp; Fungsi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8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4300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43000"/>
            <a:ext cx="35844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29844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PILIH WILAYAH / INSTANSI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1627632"/>
            <a:ext cx="32186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menu 'Jabatan', lalu pilih tab instansi: Mabes Polri, Polda Jajaran (34 Polda), atau Luar Struktur (BNN, BIN, KPK, Kementerian/Lembaga).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297680" y="114300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143000"/>
            <a:ext cx="35844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29844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KLIK FILTER FUNGSI (TOUR OF DUTY)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1627632"/>
            <a:ext cx="32186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salah satu dari 28 Fungsi Kepolisian di panel kiri (Tour of Duty) atau tombol filter kanan atas untuk melihat rekan yang berdinas di fungsi tersebut.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092440" y="114300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143000"/>
            <a:ext cx="358444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29844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ATUR URUTAN TAMPILAN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75320" y="1627632"/>
            <a:ext cx="32186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menu Urutkan: Default (Aktif [NRP Kecil] → Purna → PTDH → Almarhum), Pangkat Tertinggi, atau Abjad Nama (A-Z).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1118311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1868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KATEGORI FUNGSI (TOUR OF DUTY) YANG TELAH KAMI STANDARISASI DI DALAM APLIKASI: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Wasum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267712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Rena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3803904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Ops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340096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0096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Lemdiklat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876288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Reserse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412480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Intelkam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9948672" y="3657600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48672" y="365760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Harkam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31520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Brimob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267712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67712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Slog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3803904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03904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Sahli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340096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0096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Lantas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876288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6288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Densus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8412480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Humas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9948672" y="4279392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48672" y="42793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Propam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731520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Hukum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2267712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67712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Hubinter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3803904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03904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TIK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5340096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40096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SDM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6876288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76288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Taspidkor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8412480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Keu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9948672" y="4901184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48672" y="4901184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 Dokkes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731520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 Litbang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2267712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67712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23. Sejarah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3803904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03904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24. Setum</a:t>
            </a:r>
            <a:endParaRPr lang="en-US" sz="920" dirty="0"/>
          </a:p>
        </p:txBody>
      </p:sp>
      <p:sp>
        <p:nvSpPr>
          <p:cNvPr id="73" name="Shape 71"/>
          <p:cNvSpPr/>
          <p:nvPr/>
        </p:nvSpPr>
        <p:spPr>
          <a:xfrm>
            <a:off x="5340096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40096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25. Yanma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6876288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6288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 Spripim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8412480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12480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 Kewilayahan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9948672" y="5522976"/>
            <a:ext cx="142646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48672" y="552297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28. Luar Struktur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OPERASIONAL #5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Cara Mengoperasikan (5): Menu Kas, Update Biodata &amp; Mode Ajudan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memantau transparansi keuangan serta memperbarui data diri secara mandiri atau lewat ADC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88720"/>
            <a:ext cx="5440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417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CARA CEK TRANSPARANSI KAS &amp; STATUS IURAN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menu 'Kas &amp; Iuran' pada bar navigasi atas.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atas langsung menampilkan kartu ringkasan: Saldo Kas Saat Ini, Total Pemasukan, dan Total Pengeluaran / Dana Sosial.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tab 'Status Iuran Anggota' untuk mengecek status pelunasan iuran tahun berjalan masing-masing anggota (ditandai label Lunas / Belum).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tab 'Riwayat Transaksi' untuk melihat rincian mutasi dana seperti santunan duka, kegiatan bakti sosial, maupun operasional reuni.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Khusus akun Bendahara, terdapat tombol '+ Catat Transaksi' untuk menginput pemasukan iuran atau pengeluaran baru secara mudah.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245352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188720"/>
            <a:ext cx="544068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417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CARA UPDATE PROFIL &amp; MODE PENDAMPING (ADC)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192024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Foto Profil / Nama Anda di pojok kanan atas layar, lalu pilih menu 'Profil Saya'.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Tekan tombol 'Edit Profil' untuk mengganti foto terbaru, memperbarui pangkat, jabatan/satker saat ini, nomor WA, atau data keluarga.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Tambahkan riwayat jabatan sebelumnya di bagian 'Tour of Duty', lalu klik 'Simpan Perubahan'.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 Kerja Mode Ajudan (ADC): Bagi Bapak/Ibu yang sibuk berdinas, Ajudan yang didaftarkan dapat login menggunakan NRP Ajudan (password bawaan: WS96@&lt;NRP_ADC&gt;).</a:t>
            </a:r>
            <a:endParaRPr lang="en-US" sz="10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 Ajudan login, sistem menampilkan penanda 'Mode Pendamping' — Ajudan dapat membantu mengupdate profil &amp; jabatan pimpinan, namun otomatis terkunci dari menu Kas &amp; Iuran.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2860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286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TINDAK LANJUT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Tahapan Penerapan &amp; Dukungan Tim Pengembang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tindak lanjut bersama untuk memastikan aplikasi siap digunakan secara optimal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3796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atau  www.linkedin.com/in/omeko11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10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34440"/>
            <a:ext cx="35844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46304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Login Perdana &amp; Ganti Password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1874520"/>
            <a:ext cx="31821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Bapak/Ibu Pengurus dan Anggota dapat langsung masuk menggunakan NRP masing-masing dan password bawaan (WS96@NRP), lalu segera menggantinya dengan password pribadi.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297680" y="123444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234440"/>
            <a:ext cx="35844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146304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Penyelarasan Data &amp; Aturan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8848" y="1874520"/>
            <a:ext cx="31821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 siap menyelaraskan kelengkapan data 262+ personel, susunan kepengurusan, maupun format laporan kas sesuai arahan resmi Paguyuban WS96.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92440" y="123444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234440"/>
            <a:ext cx="358444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46304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Pendampingan &amp; Sosialisasi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3608" y="1874520"/>
            <a:ext cx="31821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Kami siap mendampingi Sekretaris, Bendahara, serta para Ajudan/ADC dalam proses aktivasi akun hingga aplikasi dapat dioperasikan secara mandiri dan lancar.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11183112" cy="2121408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31596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 APLIKASI WIRA SATYA 96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64515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Mendukung Transformasi Digital &amp; Silaturahmi Batalyon Wira Satya 96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Pengembang: https://github.com/omeko11   atau   www.linkedin.com/in/omeko11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5595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 atas waktu, perhatian, serta arahan dari Bapak/Ibu Pengurus dan Anggota Paguyuban Wira Satya 96.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Tim Pengembang Sistem Wira Satya 96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Solusi &amp; Panduan Aplikasi Wira Satya 96</dc:title>
  <dc:subject>Paparan Pengembang kepada Calon Penerima Manfaat Aplikasi Wira Satya 96</dc:subject>
  <dc:creator>Tim Pengembang (https://github.com/omeko11)</dc:creator>
  <cp:lastModifiedBy>Tim Pengembang (https://github.com/omeko11)</cp:lastModifiedBy>
  <cp:revision>1</cp:revision>
  <dcterms:created xsi:type="dcterms:W3CDTF">2026-10-19T09:22:03Z</dcterms:created>
  <dcterms:modified xsi:type="dcterms:W3CDTF">2026-10-19T09:22:03Z</dcterms:modified>
</cp:coreProperties>
</file>